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de Jesus Hernandez Aramburo" userId="7a613df3229969f2" providerId="LiveId" clId="{4E7CD32F-C467-4E36-8900-C2DF30F48C82}"/>
    <pc:docChg chg="custSel addSld modSld">
      <pc:chgData name="Manuel de Jesus Hernandez Aramburo" userId="7a613df3229969f2" providerId="LiveId" clId="{4E7CD32F-C467-4E36-8900-C2DF30F48C82}" dt="2026-09-18T23:02:55.900" v="230" actId="20577"/>
      <pc:docMkLst>
        <pc:docMk/>
      </pc:docMkLst>
      <pc:sldChg chg="modSp mod">
        <pc:chgData name="Manuel de Jesus Hernandez Aramburo" userId="7a613df3229969f2" providerId="LiveId" clId="{4E7CD32F-C467-4E36-8900-C2DF30F48C82}" dt="2026-09-18T23:01:22.482" v="212" actId="1076"/>
        <pc:sldMkLst>
          <pc:docMk/>
          <pc:sldMk cId="1179049216" sldId="259"/>
        </pc:sldMkLst>
        <pc:spChg chg="mod">
          <ac:chgData name="Manuel de Jesus Hernandez Aramburo" userId="7a613df3229969f2" providerId="LiveId" clId="{4E7CD32F-C467-4E36-8900-C2DF30F48C82}" dt="2026-09-18T23:01:19.452" v="211" actId="1076"/>
          <ac:spMkLst>
            <pc:docMk/>
            <pc:sldMk cId="1179049216" sldId="259"/>
            <ac:spMk id="9" creationId="{EBADB75E-54E1-D256-66B0-A23E65CF4669}"/>
          </ac:spMkLst>
        </pc:spChg>
        <pc:spChg chg="mod">
          <ac:chgData name="Manuel de Jesus Hernandez Aramburo" userId="7a613df3229969f2" providerId="LiveId" clId="{4E7CD32F-C467-4E36-8900-C2DF30F48C82}" dt="2026-09-18T23:01:16.071" v="210" actId="1076"/>
          <ac:spMkLst>
            <pc:docMk/>
            <pc:sldMk cId="1179049216" sldId="259"/>
            <ac:spMk id="11" creationId="{33D640CD-9D96-3103-65F5-5A17991025B7}"/>
          </ac:spMkLst>
        </pc:spChg>
        <pc:spChg chg="mod">
          <ac:chgData name="Manuel de Jesus Hernandez Aramburo" userId="7a613df3229969f2" providerId="LiveId" clId="{4E7CD32F-C467-4E36-8900-C2DF30F48C82}" dt="2026-09-18T23:01:22.482" v="212" actId="1076"/>
          <ac:spMkLst>
            <pc:docMk/>
            <pc:sldMk cId="1179049216" sldId="259"/>
            <ac:spMk id="13" creationId="{4BB719C8-7754-0FBF-1516-20FE8E1BF20D}"/>
          </ac:spMkLst>
        </pc:spChg>
      </pc:sldChg>
      <pc:sldChg chg="addSp modSp mod">
        <pc:chgData name="Manuel de Jesus Hernandez Aramburo" userId="7a613df3229969f2" providerId="LiveId" clId="{4E7CD32F-C467-4E36-8900-C2DF30F48C82}" dt="2026-09-18T22:52:19.448" v="24" actId="20577"/>
        <pc:sldMkLst>
          <pc:docMk/>
          <pc:sldMk cId="2934389664" sldId="260"/>
        </pc:sldMkLst>
        <pc:spChg chg="add mod">
          <ac:chgData name="Manuel de Jesus Hernandez Aramburo" userId="7a613df3229969f2" providerId="LiveId" clId="{4E7CD32F-C467-4E36-8900-C2DF30F48C82}" dt="2026-09-18T22:52:19.448" v="24" actId="20577"/>
          <ac:spMkLst>
            <pc:docMk/>
            <pc:sldMk cId="2934389664" sldId="260"/>
            <ac:spMk id="3" creationId="{1AACB2EC-136B-3F91-7476-2238D32E9B6E}"/>
          </ac:spMkLst>
        </pc:spChg>
      </pc:sldChg>
      <pc:sldChg chg="addSp modSp mod">
        <pc:chgData name="Manuel de Jesus Hernandez Aramburo" userId="7a613df3229969f2" providerId="LiveId" clId="{4E7CD32F-C467-4E36-8900-C2DF30F48C82}" dt="2026-09-18T23:02:01.100" v="219" actId="1076"/>
        <pc:sldMkLst>
          <pc:docMk/>
          <pc:sldMk cId="4241819609" sldId="261"/>
        </pc:sldMkLst>
        <pc:spChg chg="add mod">
          <ac:chgData name="Manuel de Jesus Hernandez Aramburo" userId="7a613df3229969f2" providerId="LiveId" clId="{4E7CD32F-C467-4E36-8900-C2DF30F48C82}" dt="2026-09-18T23:02:01.100" v="219" actId="1076"/>
          <ac:spMkLst>
            <pc:docMk/>
            <pc:sldMk cId="4241819609" sldId="261"/>
            <ac:spMk id="3" creationId="{DA176852-2680-A9B3-1FB7-4C741BEE5F9F}"/>
          </ac:spMkLst>
        </pc:spChg>
        <pc:spChg chg="mod">
          <ac:chgData name="Manuel de Jesus Hernandez Aramburo" userId="7a613df3229969f2" providerId="LiveId" clId="{4E7CD32F-C467-4E36-8900-C2DF30F48C82}" dt="2026-09-18T23:01:57.574" v="218" actId="1076"/>
          <ac:spMkLst>
            <pc:docMk/>
            <pc:sldMk cId="4241819609" sldId="261"/>
            <ac:spMk id="7" creationId="{DD48693C-EF8D-08DD-86ED-4591E2727766}"/>
          </ac:spMkLst>
        </pc:spChg>
        <pc:spChg chg="mod">
          <ac:chgData name="Manuel de Jesus Hernandez Aramburo" userId="7a613df3229969f2" providerId="LiveId" clId="{4E7CD32F-C467-4E36-8900-C2DF30F48C82}" dt="2026-09-18T23:01:53.801" v="217" actId="1076"/>
          <ac:spMkLst>
            <pc:docMk/>
            <pc:sldMk cId="4241819609" sldId="261"/>
            <ac:spMk id="11" creationId="{74ED9D85-3A2A-55F3-53C4-0EEC60F1D162}"/>
          </ac:spMkLst>
        </pc:spChg>
        <pc:picChg chg="mod">
          <ac:chgData name="Manuel de Jesus Hernandez Aramburo" userId="7a613df3229969f2" providerId="LiveId" clId="{4E7CD32F-C467-4E36-8900-C2DF30F48C82}" dt="2026-09-18T23:01:48.185" v="215" actId="1076"/>
          <ac:picMkLst>
            <pc:docMk/>
            <pc:sldMk cId="4241819609" sldId="261"/>
            <ac:picMk id="5" creationId="{2975774F-652A-1966-AC0C-ACBCFD67EB2B}"/>
          </ac:picMkLst>
        </pc:picChg>
        <pc:picChg chg="mod">
          <ac:chgData name="Manuel de Jesus Hernandez Aramburo" userId="7a613df3229969f2" providerId="LiveId" clId="{4E7CD32F-C467-4E36-8900-C2DF30F48C82}" dt="2026-09-18T23:01:45.604" v="214" actId="1076"/>
          <ac:picMkLst>
            <pc:docMk/>
            <pc:sldMk cId="4241819609" sldId="261"/>
            <ac:picMk id="9" creationId="{40DEC071-91EC-AFDB-3DA9-F3C16305D51B}"/>
          </ac:picMkLst>
        </pc:picChg>
      </pc:sldChg>
      <pc:sldChg chg="modSp mod">
        <pc:chgData name="Manuel de Jesus Hernandez Aramburo" userId="7a613df3229969f2" providerId="LiveId" clId="{4E7CD32F-C467-4E36-8900-C2DF30F48C82}" dt="2026-09-18T23:02:13.083" v="223" actId="20577"/>
        <pc:sldMkLst>
          <pc:docMk/>
          <pc:sldMk cId="2214923938" sldId="262"/>
        </pc:sldMkLst>
        <pc:spChg chg="mod">
          <ac:chgData name="Manuel de Jesus Hernandez Aramburo" userId="7a613df3229969f2" providerId="LiveId" clId="{4E7CD32F-C467-4E36-8900-C2DF30F48C82}" dt="2026-09-18T23:02:13.083" v="223" actId="20577"/>
          <ac:spMkLst>
            <pc:docMk/>
            <pc:sldMk cId="2214923938" sldId="262"/>
            <ac:spMk id="7" creationId="{F5CFCD9F-3DD9-5D2B-B614-3E57A8AE87C6}"/>
          </ac:spMkLst>
        </pc:spChg>
      </pc:sldChg>
      <pc:sldChg chg="modSp mod">
        <pc:chgData name="Manuel de Jesus Hernandez Aramburo" userId="7a613df3229969f2" providerId="LiveId" clId="{4E7CD32F-C467-4E36-8900-C2DF30F48C82}" dt="2026-09-18T23:02:30.687" v="228" actId="1076"/>
        <pc:sldMkLst>
          <pc:docMk/>
          <pc:sldMk cId="358223191" sldId="263"/>
        </pc:sldMkLst>
        <pc:spChg chg="mod">
          <ac:chgData name="Manuel de Jesus Hernandez Aramburo" userId="7a613df3229969f2" providerId="LiveId" clId="{4E7CD32F-C467-4E36-8900-C2DF30F48C82}" dt="2026-09-18T23:02:30.687" v="228" actId="1076"/>
          <ac:spMkLst>
            <pc:docMk/>
            <pc:sldMk cId="358223191" sldId="263"/>
            <ac:spMk id="9" creationId="{C134C25E-39C9-1F27-B47C-C6707D977963}"/>
          </ac:spMkLst>
        </pc:spChg>
        <pc:spChg chg="mod">
          <ac:chgData name="Manuel de Jesus Hernandez Aramburo" userId="7a613df3229969f2" providerId="LiveId" clId="{4E7CD32F-C467-4E36-8900-C2DF30F48C82}" dt="2026-09-18T23:02:22.443" v="225" actId="20577"/>
          <ac:spMkLst>
            <pc:docMk/>
            <pc:sldMk cId="358223191" sldId="263"/>
            <ac:spMk id="11" creationId="{3E5962DD-651D-F1D9-FB8E-754E498CFCFA}"/>
          </ac:spMkLst>
        </pc:spChg>
      </pc:sldChg>
      <pc:sldChg chg="addSp modSp mod">
        <pc:chgData name="Manuel de Jesus Hernandez Aramburo" userId="7a613df3229969f2" providerId="LiveId" clId="{4E7CD32F-C467-4E36-8900-C2DF30F48C82}" dt="2026-09-18T22:59:55.040" v="205" actId="1076"/>
        <pc:sldMkLst>
          <pc:docMk/>
          <pc:sldMk cId="2346656085" sldId="264"/>
        </pc:sldMkLst>
        <pc:spChg chg="add mod">
          <ac:chgData name="Manuel de Jesus Hernandez Aramburo" userId="7a613df3229969f2" providerId="LiveId" clId="{4E7CD32F-C467-4E36-8900-C2DF30F48C82}" dt="2026-09-18T22:59:55.040" v="205" actId="1076"/>
          <ac:spMkLst>
            <pc:docMk/>
            <pc:sldMk cId="2346656085" sldId="264"/>
            <ac:spMk id="3" creationId="{84E60BC2-F038-0DC2-8D28-E750E64AC6EA}"/>
          </ac:spMkLst>
        </pc:spChg>
      </pc:sldChg>
      <pc:sldChg chg="addSp delSp modSp new mod">
        <pc:chgData name="Manuel de Jesus Hernandez Aramburo" userId="7a613df3229969f2" providerId="LiveId" clId="{4E7CD32F-C467-4E36-8900-C2DF30F48C82}" dt="2026-09-18T23:02:55.900" v="230" actId="20577"/>
        <pc:sldMkLst>
          <pc:docMk/>
          <pc:sldMk cId="4104647846" sldId="265"/>
        </pc:sldMkLst>
        <pc:spChg chg="add mod">
          <ac:chgData name="Manuel de Jesus Hernandez Aramburo" userId="7a613df3229969f2" providerId="LiveId" clId="{4E7CD32F-C467-4E36-8900-C2DF30F48C82}" dt="2026-09-18T23:02:55.900" v="230" actId="20577"/>
          <ac:spMkLst>
            <pc:docMk/>
            <pc:sldMk cId="4104647846" sldId="265"/>
            <ac:spMk id="3" creationId="{9D2293F2-0049-D3F8-D054-170E1CECB6D2}"/>
          </ac:spMkLst>
        </pc:spChg>
        <pc:spChg chg="add mod">
          <ac:chgData name="Manuel de Jesus Hernandez Aramburo" userId="7a613df3229969f2" providerId="LiveId" clId="{4E7CD32F-C467-4E36-8900-C2DF30F48C82}" dt="2026-09-18T22:56:32.592" v="179" actId="20577"/>
          <ac:spMkLst>
            <pc:docMk/>
            <pc:sldMk cId="4104647846" sldId="265"/>
            <ac:spMk id="4" creationId="{5E9528C8-ABA2-D4E5-766A-A32F43820DB1}"/>
          </ac:spMkLst>
        </pc:spChg>
        <pc:spChg chg="add mod">
          <ac:chgData name="Manuel de Jesus Hernandez Aramburo" userId="7a613df3229969f2" providerId="LiveId" clId="{4E7CD32F-C467-4E36-8900-C2DF30F48C82}" dt="2026-09-18T22:57:13.632" v="190" actId="20577"/>
          <ac:spMkLst>
            <pc:docMk/>
            <pc:sldMk cId="4104647846" sldId="265"/>
            <ac:spMk id="7" creationId="{A9E32668-04C6-96E9-1452-380C9863F859}"/>
          </ac:spMkLst>
        </pc:spChg>
        <pc:picChg chg="add mod">
          <ac:chgData name="Manuel de Jesus Hernandez Aramburo" userId="7a613df3229969f2" providerId="LiveId" clId="{4E7CD32F-C467-4E36-8900-C2DF30F48C82}" dt="2026-09-18T22:56:05.609" v="166" actId="1076"/>
          <ac:picMkLst>
            <pc:docMk/>
            <pc:sldMk cId="4104647846" sldId="265"/>
            <ac:picMk id="5" creationId="{BAE1C21D-F361-C09A-4099-12C0A8D093C1}"/>
          </ac:picMkLst>
        </pc:picChg>
      </pc:sldChg>
      <pc:sldChg chg="addSp delSp new mod">
        <pc:chgData name="Manuel de Jesus Hernandez Aramburo" userId="7a613df3229969f2" providerId="LiveId" clId="{4E7CD32F-C467-4E36-8900-C2DF30F48C82}" dt="2026-09-18T23:00:01.331" v="206" actId="22"/>
        <pc:sldMkLst>
          <pc:docMk/>
          <pc:sldMk cId="4167899181" sldId="266"/>
        </pc:sldMkLst>
        <pc:spChg chg="del">
          <ac:chgData name="Manuel de Jesus Hernandez Aramburo" userId="7a613df3229969f2" providerId="LiveId" clId="{4E7CD32F-C467-4E36-8900-C2DF30F48C82}" dt="2026-09-18T22:59:32.098" v="193" actId="478"/>
          <ac:spMkLst>
            <pc:docMk/>
            <pc:sldMk cId="4167899181" sldId="266"/>
            <ac:spMk id="2" creationId="{539BE1F3-6863-4D1D-4C4F-89C10BA4422C}"/>
          </ac:spMkLst>
        </pc:spChg>
        <pc:spChg chg="del">
          <ac:chgData name="Manuel de Jesus Hernandez Aramburo" userId="7a613df3229969f2" providerId="LiveId" clId="{4E7CD32F-C467-4E36-8900-C2DF30F48C82}" dt="2026-09-18T22:59:30.815" v="192" actId="478"/>
          <ac:spMkLst>
            <pc:docMk/>
            <pc:sldMk cId="4167899181" sldId="266"/>
            <ac:spMk id="3" creationId="{07BB22BB-72A3-21AB-1386-D475FBA61E42}"/>
          </ac:spMkLst>
        </pc:spChg>
        <pc:spChg chg="add">
          <ac:chgData name="Manuel de Jesus Hernandez Aramburo" userId="7a613df3229969f2" providerId="LiveId" clId="{4E7CD32F-C467-4E36-8900-C2DF30F48C82}" dt="2026-09-18T23:00:01.331" v="206" actId="22"/>
          <ac:spMkLst>
            <pc:docMk/>
            <pc:sldMk cId="4167899181" sldId="266"/>
            <ac:spMk id="7" creationId="{5B1FFAE6-486B-8F5F-FDB0-464E31445642}"/>
          </ac:spMkLst>
        </pc:spChg>
        <pc:picChg chg="add">
          <ac:chgData name="Manuel de Jesus Hernandez Aramburo" userId="7a613df3229969f2" providerId="LiveId" clId="{4E7CD32F-C467-4E36-8900-C2DF30F48C82}" dt="2026-09-18T22:59:35.042" v="194" actId="22"/>
          <ac:picMkLst>
            <pc:docMk/>
            <pc:sldMk cId="4167899181" sldId="266"/>
            <ac:picMk id="5" creationId="{BFEA6E15-95CE-5C9E-FCF1-6A35925893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7785C-DA05-B13C-F1F8-F5904B5C4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3A83C6-136C-6984-67A4-DD2117A54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A18723-8B46-FCC1-8944-8C707142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17EBF6-6FE7-C404-D07A-0453E4C3D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D6A8A3-A91B-C5C6-7E1B-55EBFA33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116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3BE93-E93A-DAE3-54E2-43BDCAE3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183E19-FAA8-059D-0038-A5F01C3BF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9DD034-9FD3-88CE-B248-4ECD565A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CB3E6A-6C52-1053-5287-5E7941477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CDC467-DC5A-DBE8-9EED-CD97F74B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703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1FB65-381F-B966-9092-A21B83CC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4EE977-2AC4-9530-0048-96DFBF5BF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497C8-9A2F-E126-0B72-FD3DBD5D9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2A3E4-4616-256D-E0B7-5F8A3DE8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85E05E-84C9-50DF-11D8-41534794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905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F64A9-E971-7928-3CAB-1A71C587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A46F8-F02C-524C-E12E-21E3EF75A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2C92E6-5ADD-2DF7-E80F-5BB37C8A3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1A1FE-5060-FFE7-310F-B989DFDA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64A1B-ED87-8B30-C142-E615D822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6E2E81-9B97-0B0F-0EC5-B63E464F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34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7E370-08AE-E0D5-67A4-E0EFEA25C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96AE50-3E18-D75C-A0F1-63D8DD11F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69DF34-8C3C-EABA-7417-18110632E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FE8EE9-E777-C09C-310B-2D353596B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0CF7D2-F109-C1F4-8FFE-6F2A8F3E1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A77A51-D195-5664-D816-767655A0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A4C1D9-ED61-9A9D-0B4F-BC0576F4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89253D-8EC9-3173-7CA3-E9E3420A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184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DDB93-A55C-50F4-6279-F86BC1A3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9C85CE-3D1F-A8F4-BC59-BECB2D66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4D3DC7B-59CE-8511-03A0-0B8A92AE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A1DF4F-B160-37B6-5B39-00A7C651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148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EE574C-E6EE-9B67-0CEE-B1C002FD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FDEF42-E6D3-74B6-6A49-AC14F434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F1DFCC-927C-13F3-51AC-44CF8E64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271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3FC91-D2A2-D856-1F7B-0052880E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49E0B-7161-9C52-F9C6-412D469D4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D46888-A731-1165-87B5-9B5E70A60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803CC3-58E1-6D7C-A9ED-301E20943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A95A98-BA2A-BF93-E5B3-BEC1ABF8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41D952-B32C-1236-5852-AA4BCAA5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736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9A862-9AC2-A830-C602-D4B138B3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534044-AB15-25B8-C947-66BED37FF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EB8AF9-5958-2C1D-7B23-C719076A1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11F152-0E7D-FC11-F1D6-79320FA2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AC555A-D656-F8E5-C769-BFC1C2C5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5EF04-8A3F-CC63-CA38-BA0B8D5A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207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4AE45-0E27-F62A-77BB-92FB01FE3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E04E1A-F5DD-F4E6-C251-2C29180E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C2059D-9AC4-93B9-46D4-918A9EE5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BBF43F-BEA8-D774-C08F-A56F8E1F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C6720D-6AF0-F461-4852-5C825110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72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DE48BA-8777-E3A6-0CD3-7D23D5E01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E09F85-BD1A-4FBB-994A-B5E8F7164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87CA7F-BD3E-1074-B255-0C0BEBDB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A05C93-5AF7-EE72-CA15-47086493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B3639E-D14B-A504-9847-3D5FE17B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359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5102E1-758A-3122-FF95-FA6D0243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2B7CE3-D07A-7B93-F44E-1F0EEB0E3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31878B-BD23-57B5-32A0-A77F36378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AE1B0-5431-4E3F-8D96-4E2E664FE7F3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B44060-AA7C-487C-5B17-5C4163CB5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8BEFA0-7E1E-F243-8B20-BEE831202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5F5B9-1249-4241-84C0-74EF6A1B005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952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C9ADFE5-0FC3-284D-1A9C-45B11CB6457F}"/>
              </a:ext>
            </a:extLst>
          </p:cNvPr>
          <p:cNvSpPr txBox="1"/>
          <p:nvPr/>
        </p:nvSpPr>
        <p:spPr>
          <a:xfrm>
            <a:off x="722812" y="818606"/>
            <a:ext cx="1061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Remplazar memorias de interfaz AIP por macros </a:t>
            </a:r>
            <a:r>
              <a:rPr lang="es-MX" dirty="0" err="1"/>
              <a:t>pre-compiladas</a:t>
            </a:r>
            <a:r>
              <a:rPr lang="es-MX" dirty="0"/>
              <a:t> usando flujo de </a:t>
            </a:r>
            <a:r>
              <a:rPr lang="es-MX" dirty="0" err="1"/>
              <a:t>OpenFrame</a:t>
            </a:r>
            <a:r>
              <a:rPr lang="es-MX" dirty="0"/>
              <a:t> / </a:t>
            </a:r>
            <a:r>
              <a:rPr lang="es-MX" dirty="0" err="1"/>
              <a:t>OpenLane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F331C1-615F-2703-0A0A-21404326E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301" y="2168435"/>
            <a:ext cx="3743421" cy="294045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767755-0AE9-06F8-99DC-146F88538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748" y="1358537"/>
            <a:ext cx="5394374" cy="488451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4CC2124-EE18-0A3B-C745-AD38753A275A}"/>
              </a:ext>
            </a:extLst>
          </p:cNvPr>
          <p:cNvSpPr txBox="1"/>
          <p:nvPr/>
        </p:nvSpPr>
        <p:spPr>
          <a:xfrm>
            <a:off x="6847745" y="6413652"/>
            <a:ext cx="3396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Sram</a:t>
            </a:r>
            <a:r>
              <a:rPr lang="es-MX" dirty="0"/>
              <a:t> 32x32 :: Size 302 x 313 </a:t>
            </a:r>
            <a:r>
              <a:rPr lang="es-MX" dirty="0" err="1"/>
              <a:t>um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1692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F6C6854-0E3A-C531-4F7E-0F5A41D6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23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5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D28A7E-71BA-12EF-349D-3F160FC9B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69" y="749147"/>
            <a:ext cx="7799261" cy="61088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E70FE30-D90B-A616-4134-2645FDC9CEAB}"/>
              </a:ext>
            </a:extLst>
          </p:cNvPr>
          <p:cNvSpPr txBox="1"/>
          <p:nvPr/>
        </p:nvSpPr>
        <p:spPr>
          <a:xfrm>
            <a:off x="2142308" y="282818"/>
            <a:ext cx="342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User_Project</a:t>
            </a:r>
            <a:r>
              <a:rPr lang="es-MX" dirty="0"/>
              <a:t> :: </a:t>
            </a:r>
            <a:r>
              <a:rPr lang="es-MX" dirty="0" err="1"/>
              <a:t>size</a:t>
            </a:r>
            <a:r>
              <a:rPr lang="es-MX" dirty="0"/>
              <a:t> 850 x 700 </a:t>
            </a:r>
            <a:r>
              <a:rPr lang="es-MX" dirty="0" err="1"/>
              <a:t>um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ADB75E-54E1-D256-66B0-A23E65CF4669}"/>
              </a:ext>
            </a:extLst>
          </p:cNvPr>
          <p:cNvSpPr txBox="1"/>
          <p:nvPr/>
        </p:nvSpPr>
        <p:spPr>
          <a:xfrm>
            <a:off x="423189" y="2318629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MEMIN0: 32x32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D640CD-9D96-3103-65F5-5A17991025B7}"/>
              </a:ext>
            </a:extLst>
          </p:cNvPr>
          <p:cNvSpPr txBox="1"/>
          <p:nvPr/>
        </p:nvSpPr>
        <p:spPr>
          <a:xfrm>
            <a:off x="383176" y="484121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MEMIN1: 32x32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B719C8-7754-0FBF-1516-20FE8E1BF20D}"/>
              </a:ext>
            </a:extLst>
          </p:cNvPr>
          <p:cNvSpPr txBox="1"/>
          <p:nvPr/>
        </p:nvSpPr>
        <p:spPr>
          <a:xfrm>
            <a:off x="9995630" y="4471879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MEMOUT0: 64x32</a:t>
            </a:r>
          </a:p>
        </p:txBody>
      </p:sp>
    </p:spTree>
    <p:extLst>
      <p:ext uri="{BB962C8B-B14F-4D97-AF65-F5344CB8AC3E}">
        <p14:creationId xmlns:p14="http://schemas.microsoft.com/office/powerpoint/2010/main" val="117904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D07DDF4-F754-DF59-2E5C-91BBAF6F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386" y="0"/>
            <a:ext cx="5495228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AACB2EC-136B-3F91-7476-2238D32E9B6E}"/>
              </a:ext>
            </a:extLst>
          </p:cNvPr>
          <p:cNvSpPr txBox="1"/>
          <p:nvPr/>
        </p:nvSpPr>
        <p:spPr>
          <a:xfrm>
            <a:off x="173808" y="49236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Openframe</a:t>
            </a:r>
            <a:r>
              <a:rPr lang="es-MX" dirty="0"/>
              <a:t> </a:t>
            </a:r>
            <a:r>
              <a:rPr lang="es-MX" dirty="0" err="1"/>
              <a:t>wrapper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438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975774F-652A-1966-AC0C-ACBCFD67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887" y="627017"/>
            <a:ext cx="5280746" cy="623098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D48693C-EF8D-08DD-86ED-4591E2727766}"/>
              </a:ext>
            </a:extLst>
          </p:cNvPr>
          <p:cNvSpPr txBox="1"/>
          <p:nvPr/>
        </p:nvSpPr>
        <p:spPr>
          <a:xfrm>
            <a:off x="7427736" y="149916"/>
            <a:ext cx="3967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i_sram</a:t>
            </a:r>
            <a:r>
              <a:rPr lang="es-MX" dirty="0"/>
              <a:t> 1024x32 :: </a:t>
            </a:r>
            <a:r>
              <a:rPr lang="es-MX" dirty="0" err="1"/>
              <a:t>size</a:t>
            </a:r>
            <a:r>
              <a:rPr lang="es-MX" dirty="0"/>
              <a:t> 1700 x 2300 </a:t>
            </a:r>
            <a:r>
              <a:rPr lang="es-MX" dirty="0" err="1"/>
              <a:t>um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DEC071-91EC-AFDB-3DA9-F3C16305D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7" y="895419"/>
            <a:ext cx="5379172" cy="577456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4ED9D85-3A2A-55F3-53C4-0EEC60F1D162}"/>
              </a:ext>
            </a:extLst>
          </p:cNvPr>
          <p:cNvSpPr txBox="1"/>
          <p:nvPr/>
        </p:nvSpPr>
        <p:spPr>
          <a:xfrm>
            <a:off x="910549" y="257685"/>
            <a:ext cx="383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cf_sram</a:t>
            </a:r>
            <a:r>
              <a:rPr lang="es-MX" dirty="0"/>
              <a:t> 1024x32 :: </a:t>
            </a:r>
            <a:r>
              <a:rPr lang="es-MX" dirty="0" err="1"/>
              <a:t>size</a:t>
            </a:r>
            <a:r>
              <a:rPr lang="es-MX" dirty="0"/>
              <a:t> 303 x 387 </a:t>
            </a:r>
            <a:r>
              <a:rPr lang="es-MX" dirty="0" err="1"/>
              <a:t>um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176852-2680-A9B3-1FB7-4C741BEE5F9F}"/>
              </a:ext>
            </a:extLst>
          </p:cNvPr>
          <p:cNvSpPr txBox="1"/>
          <p:nvPr/>
        </p:nvSpPr>
        <p:spPr>
          <a:xfrm>
            <a:off x="5731958" y="316739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x34</a:t>
            </a:r>
          </a:p>
        </p:txBody>
      </p:sp>
    </p:spTree>
    <p:extLst>
      <p:ext uri="{BB962C8B-B14F-4D97-AF65-F5344CB8AC3E}">
        <p14:creationId xmlns:p14="http://schemas.microsoft.com/office/powerpoint/2010/main" val="424181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AE1850-F361-D1D7-DF2D-184C3DB19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" y="0"/>
            <a:ext cx="10036097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5CFCD9F-3DD9-5D2B-B614-3E57A8AE87C6}"/>
              </a:ext>
            </a:extLst>
          </p:cNvPr>
          <p:cNvSpPr txBox="1"/>
          <p:nvPr/>
        </p:nvSpPr>
        <p:spPr>
          <a:xfrm>
            <a:off x="5660571" y="718247"/>
            <a:ext cx="34335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Usando </a:t>
            </a:r>
            <a:r>
              <a:rPr lang="es-MX" sz="3200" dirty="0" err="1"/>
              <a:t>OpenRAM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221492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EBA1638-8A89-AF06-AA83-8C9BD6AAE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9" y="1959428"/>
            <a:ext cx="6300105" cy="34272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58792C-F266-F8AD-9B5B-173A842B9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20" y="1192619"/>
            <a:ext cx="5573211" cy="5334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134C25E-39C9-1F27-B47C-C6707D977963}"/>
              </a:ext>
            </a:extLst>
          </p:cNvPr>
          <p:cNvSpPr txBox="1"/>
          <p:nvPr/>
        </p:nvSpPr>
        <p:spPr>
          <a:xfrm>
            <a:off x="1321381" y="1404132"/>
            <a:ext cx="379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OpenRAM</a:t>
            </a:r>
            <a:r>
              <a:rPr lang="es-MX" dirty="0"/>
              <a:t> 32x32 :: </a:t>
            </a:r>
            <a:r>
              <a:rPr lang="es-MX" dirty="0" err="1"/>
              <a:t>size</a:t>
            </a:r>
            <a:r>
              <a:rPr lang="es-MX" dirty="0"/>
              <a:t> 310 x 167 </a:t>
            </a:r>
            <a:r>
              <a:rPr lang="es-MX" dirty="0" err="1"/>
              <a:t>um</a:t>
            </a:r>
            <a:endParaRPr lang="es-MX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5962DD-651D-F1D9-FB8E-754E498CFCFA}"/>
              </a:ext>
            </a:extLst>
          </p:cNvPr>
          <p:cNvSpPr txBox="1"/>
          <p:nvPr/>
        </p:nvSpPr>
        <p:spPr>
          <a:xfrm>
            <a:off x="6923770" y="442561"/>
            <a:ext cx="4090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OpenRAM</a:t>
            </a:r>
            <a:r>
              <a:rPr lang="es-MX" dirty="0"/>
              <a:t> 1024x32 :: </a:t>
            </a:r>
            <a:r>
              <a:rPr lang="es-MX" dirty="0" err="1"/>
              <a:t>size</a:t>
            </a:r>
            <a:r>
              <a:rPr lang="es-MX" dirty="0"/>
              <a:t> 485 x 521 </a:t>
            </a:r>
            <a:r>
              <a:rPr lang="es-MX" dirty="0" err="1"/>
              <a:t>um</a:t>
            </a:r>
            <a:r>
              <a:rPr lang="es-MX" dirty="0"/>
              <a:t> </a:t>
            </a:r>
          </a:p>
          <a:p>
            <a:r>
              <a:rPr lang="es-MX" dirty="0"/>
              <a:t>	-&gt; x2.1 vs </a:t>
            </a:r>
            <a:r>
              <a:rPr lang="es-MX" dirty="0" err="1"/>
              <a:t>ChipFoundry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22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89AD17-72A3-D9E2-0A46-E34CA9BC0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85" y="0"/>
            <a:ext cx="6531429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4E60BC2-F038-0DC2-8D28-E750E64AC6EA}"/>
              </a:ext>
            </a:extLst>
          </p:cNvPr>
          <p:cNvSpPr txBox="1"/>
          <p:nvPr/>
        </p:nvSpPr>
        <p:spPr>
          <a:xfrm>
            <a:off x="628650" y="1283397"/>
            <a:ext cx="1506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Bitcells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234665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FEA6E15-95CE-5C9E-FCF1-6A359258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82" y="0"/>
            <a:ext cx="7035635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B1FFAE6-486B-8F5F-FDB0-464E31445642}"/>
              </a:ext>
            </a:extLst>
          </p:cNvPr>
          <p:cNvSpPr txBox="1"/>
          <p:nvPr/>
        </p:nvSpPr>
        <p:spPr>
          <a:xfrm>
            <a:off x="628650" y="1283397"/>
            <a:ext cx="1506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Bitcells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416789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AE1C21D-F361-C09A-4099-12C0A8D0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80" y="826594"/>
            <a:ext cx="7006035" cy="585360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D2293F2-0049-D3F8-D054-170E1CECB6D2}"/>
              </a:ext>
            </a:extLst>
          </p:cNvPr>
          <p:cNvSpPr txBox="1"/>
          <p:nvPr/>
        </p:nvSpPr>
        <p:spPr>
          <a:xfrm>
            <a:off x="2768934" y="251516"/>
            <a:ext cx="6523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Integración de memoria </a:t>
            </a:r>
            <a:r>
              <a:rPr lang="es-MX" dirty="0" err="1"/>
              <a:t>OpenRAM</a:t>
            </a:r>
            <a:r>
              <a:rPr lang="es-MX" dirty="0"/>
              <a:t> en </a:t>
            </a:r>
            <a:r>
              <a:rPr lang="es-MX" dirty="0" err="1"/>
              <a:t>user_proj</a:t>
            </a:r>
            <a:r>
              <a:rPr lang="es-MX" dirty="0"/>
              <a:t> ignorando </a:t>
            </a:r>
            <a:r>
              <a:rPr lang="es-MX" dirty="0" err="1"/>
              <a:t>DRCs</a:t>
            </a:r>
            <a:endParaRPr lang="es-MX" dirty="0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5E9528C8-ABA2-D4E5-766A-A32F43820DB1}"/>
              </a:ext>
            </a:extLst>
          </p:cNvPr>
          <p:cNvSpPr/>
          <p:nvPr/>
        </p:nvSpPr>
        <p:spPr>
          <a:xfrm>
            <a:off x="535580" y="5372100"/>
            <a:ext cx="2057400" cy="444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OPENRAM MEM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9E32668-04C6-96E9-1452-380C9863F859}"/>
              </a:ext>
            </a:extLst>
          </p:cNvPr>
          <p:cNvSpPr/>
          <p:nvPr/>
        </p:nvSpPr>
        <p:spPr>
          <a:xfrm>
            <a:off x="535580" y="2273300"/>
            <a:ext cx="2057400" cy="444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DFF MACRO MEM</a:t>
            </a:r>
          </a:p>
        </p:txBody>
      </p:sp>
    </p:spTree>
    <p:extLst>
      <p:ext uri="{BB962C8B-B14F-4D97-AF65-F5344CB8AC3E}">
        <p14:creationId xmlns:p14="http://schemas.microsoft.com/office/powerpoint/2010/main" val="4104647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103</Words>
  <Application>Microsoft Office PowerPoint</Application>
  <PresentationFormat>Panorámica</PresentationFormat>
  <Paragraphs>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de Jesús Hernández Aramburo</dc:creator>
  <cp:lastModifiedBy>Manuel de Jesus Hernandez Aramburo</cp:lastModifiedBy>
  <cp:revision>1</cp:revision>
  <dcterms:created xsi:type="dcterms:W3CDTF">2026-09-11T19:30:34Z</dcterms:created>
  <dcterms:modified xsi:type="dcterms:W3CDTF">2026-09-18T23:03:33Z</dcterms:modified>
</cp:coreProperties>
</file>